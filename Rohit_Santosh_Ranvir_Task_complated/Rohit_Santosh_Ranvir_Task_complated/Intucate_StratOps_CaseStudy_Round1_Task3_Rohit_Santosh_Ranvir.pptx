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xlsx" ContentType="application/vnd.openxmlformats-officedocument.spreadsheetml.sheet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notesMaster" Target="/ppt/notesMasters/notesMaster1.xml" Id="rId5" /><Relationship Type="http://schemas.openxmlformats.org/officeDocument/2006/relationships/presProps" Target="/ppt/presProps.xml" Id="rId6" /><Relationship Type="http://schemas.openxmlformats.org/officeDocument/2006/relationships/viewProps" Target="/ppt/viewProps.xml" Id="rId7" /><Relationship Type="http://schemas.openxmlformats.org/officeDocument/2006/relationships/theme" Target="/ppt/theme/theme1.xml" Id="rId8" /><Relationship Type="http://schemas.openxmlformats.org/officeDocument/2006/relationships/tableStyles" Target="/ppt/tableStyles.xml" Id="rId9" /></Relationships>
</file>

<file path=ppt/charts/_rels/chart1.xml.rels>&#65279;<?xml version="1.0" encoding="utf-8"?><Relationships xmlns="http://schemas.openxmlformats.org/package/2006/relationships"><Relationship Type="http://schemas.openxmlformats.org/officeDocument/2006/relationships/package" Target="/ppt/embeddings/Microsoft_Excel_Worksheet1.xlsx" Id="rId1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Flashcards</c:v>
                  </c:pt>
                  <c:pt idx="1">
                    <c:v>Practice Test</c:v>
                  </c:pt>
                  <c:pt idx="2">
                    <c:v>Diagnostic Test</c:v>
                  </c:pt>
                  <c:pt idx="3">
                    <c:v>Summary</c:v>
                  </c:pt>
                  <c:pt idx="4">
                    <c:v>Revision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19</c:v>
                </c:pt>
                <c:pt idx="2">
                  <c:v>26</c:v>
                </c:pt>
                <c:pt idx="3">
                  <c:v>18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chart" Target="/ppt/charts/chart1.xml" Id="rId1" /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2.xml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3.xml" Id="rId2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128016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347472"/>
            <a:ext cx="1463040" cy="329184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3474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INTUCATE APP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77724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Smarter Learning,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Results.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7472" y="24688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Test module built for coaching classes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progress, spot gaps, and personalise every student's path.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3401568"/>
            <a:ext cx="2743200" cy="1417320"/>
          </a:xfrm>
          <a:prstGeom prst="rect">
            <a:avLst/>
          </a:prstGeom>
          <a:solidFill>
            <a:srgbClr val="2D4A7A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3401568"/>
            <a:ext cx="2743200" cy="82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35478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566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Diagnostic 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393192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strength &amp; weakness mapping under the Study tab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73552" y="3401568"/>
            <a:ext cx="2743200" cy="1417320"/>
          </a:xfrm>
          <a:prstGeom prst="rect">
            <a:avLst/>
          </a:prstGeom>
          <a:solidFill>
            <a:srgbClr val="2D4A7A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3401568"/>
            <a:ext cx="2743200" cy="822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8144" y="35478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31920" y="3566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38144" y="393192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monitor improvement in real time, session by session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9632" y="3401568"/>
            <a:ext cx="2743200" cy="1417320"/>
          </a:xfrm>
          <a:prstGeom prst="rect">
            <a:avLst/>
          </a:prstGeom>
          <a:solidFill>
            <a:srgbClr val="2D4A7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3401568"/>
            <a:ext cx="27432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35478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0" y="3566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Recommendations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4224" y="393192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study plans driven by actual performance data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Rohit Santosh Ranvir  ·  Intucate StratOps Case Study  ·  Round 1, Task 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47472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129844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  ·  98 Records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Users  ·  5 Features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2103120"/>
            <a:ext cx="2880360" cy="256032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21031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2C39A"/>
                </a:solidFill>
              </a:rPr>
              <a:t>KEY INSIGHT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6032" y="245059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98448" y="2468880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logged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May 2025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320040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98448" y="3218688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(3 mo)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395020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98448" y="3968496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—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most-used feature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93008" y="29260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 by Feature — May 2025</a:t>
            </a:r>
            <a:endParaRPr lang="en-US" sz="15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401568" y="713232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3401568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led usage (29 sessions), followed closely by Diagnostic Test (26) — validating strong uptake of the new module.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595360" y="49194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474720"/>
            <a:ext cx="2011680" cy="1668780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023360"/>
            <a:ext cx="1371600" cy="112014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329184"/>
            <a:ext cx="2194560" cy="301752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32918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FOR COACHING CLASSES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749808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Your Coaching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Needs This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47472" y="2395728"/>
            <a:ext cx="2788920" cy="2423160"/>
          </a:xfrm>
          <a:prstGeom prst="rect">
            <a:avLst/>
          </a:prstGeom>
          <a:solidFill>
            <a:srgbClr val="2D4A7A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2395728"/>
            <a:ext cx="278892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542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12064" y="314553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Every Student's Gap — Instantly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3694176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Dashboard shows class-wide scores and weekly trends. Spot which topics are dragging results down before the next class, not after the exam.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73552" y="2395728"/>
            <a:ext cx="2788920" cy="2423160"/>
          </a:xfrm>
          <a:prstGeom prst="rect">
            <a:avLst/>
          </a:prstGeom>
          <a:solidFill>
            <a:srgbClr val="2D4A7A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2395728"/>
            <a:ext cx="278892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38144" y="2542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38144" y="314553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Personalise at 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38144" y="3694176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Performance-based recommendations mean each student gets a tailored study path — without the teacher manually reviewing every result.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99632" y="2395728"/>
            <a:ext cx="2788920" cy="2423160"/>
          </a:xfrm>
          <a:prstGeom prst="rect">
            <a:avLst/>
          </a:prstGeom>
          <a:solidFill>
            <a:srgbClr val="2D4A7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2395728"/>
            <a:ext cx="27889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2542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64224" y="314553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Student Confidence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64224" y="3694176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focused diagnostics (max 10 questions) reduce exam anxiety. Correct answers shown immediately reinforce learning and keep students motivated.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828032"/>
            <a:ext cx="84124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how your coaching class learns?  ·  Get started with Intucate today.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0" y="46177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Intucate_StratOps_CaseStudy_Round1_Task3_Rohit_Santosh_Ranvir</dc:title>
  <dc:subject>PptxGenJS Presentation</dc:subject>
  <dc:creator>Rohit Santosh Ranvir</dc:creator>
  <cp:lastModifiedBy>Rohit Santosh Ranvir</cp:lastModifiedBy>
  <cp:revision>1</cp:revision>
  <dcterms:created xsi:type="dcterms:W3CDTF">2026-02-18T16:57:17Z</dcterms:created>
  <dcterms:modified xsi:type="dcterms:W3CDTF">2026-02-18T16:57:17Z</dcterms:modified>
</cp:coreProperties>
</file>